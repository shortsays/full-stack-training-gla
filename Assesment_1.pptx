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64240" cy="91440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PRODUCT WEBSITE FRONTEND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Project Approach</a:t>
            </a:r>
          </a:p>
          <a:p>
            <a:pPr algn="ctr">
              <a:defRPr sz="2200"/>
            </a:pPr>
            <a:r>
              <a:t>Developed using HTML5 with Internal CSS</a:t>
            </a:r>
          </a:p>
          <a:p>
            <a:pPr algn="ctr">
              <a:defRPr sz="2200"/>
            </a:pPr>
            <a:r>
              <a:t>Consists of 4 responsive web pages</a:t>
            </a:r>
          </a:p>
          <a:p>
            <a:pPr algn="ctr">
              <a:defRPr sz="2200"/>
            </a:pPr>
            <a:r>
              <a:t>Simple, clean and user-friendly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Prepared By: Ankit Saraswat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Navigation Bar</a:t>
            </a:r>
          </a:p>
          <a:p>
            <a:pPr>
              <a:defRPr sz="2200"/>
            </a:pPr>
            <a:r>
              <a:t>• Hero Section</a:t>
            </a:r>
          </a:p>
          <a:p>
            <a:pPr>
              <a:defRPr sz="2200"/>
            </a:pPr>
            <a:r>
              <a:t>• Product Headline</a:t>
            </a:r>
          </a:p>
          <a:p>
            <a:pPr>
              <a:defRPr sz="2200"/>
            </a:pPr>
            <a:r>
              <a:t>• CTA Button</a:t>
            </a:r>
          </a:p>
          <a:p>
            <a:pPr>
              <a:defRPr sz="2200"/>
            </a:pPr>
            <a:r>
              <a:t>• Four Feature Cards</a:t>
            </a:r>
          </a:p>
          <a:p>
            <a:pPr>
              <a:defRPr sz="2200"/>
            </a:pPr>
            <a:r>
              <a:t>• Benefits Section</a:t>
            </a:r>
          </a:p>
          <a:p>
            <a:pPr>
              <a:defRPr sz="2200"/>
            </a:pPr>
            <a:r>
              <a:t>• Footer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product.html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Product Overview</a:t>
            </a:r>
          </a:p>
          <a:p>
            <a:pPr>
              <a:defRPr sz="2200"/>
            </a:pPr>
            <a:r>
              <a:t>• Key Features</a:t>
            </a:r>
          </a:p>
          <a:p>
            <a:pPr>
              <a:defRPr sz="2200"/>
            </a:pPr>
            <a:r>
              <a:t>• Pricing Plans</a:t>
            </a:r>
          </a:p>
          <a:p>
            <a:pPr>
              <a:defRPr sz="2200"/>
            </a:pPr>
            <a:r>
              <a:t>• Customer Testimonials</a:t>
            </a:r>
          </a:p>
          <a:p>
            <a:pPr>
              <a:defRPr sz="2200"/>
            </a:pPr>
            <a:r>
              <a:t>• FAQ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contact.html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Registration Form</a:t>
            </a:r>
          </a:p>
          <a:p>
            <a:pPr>
              <a:defRPr sz="2200"/>
            </a:pPr>
            <a:r>
              <a:t>• Full Name, Email &amp; Phone</a:t>
            </a:r>
          </a:p>
          <a:p>
            <a:pPr>
              <a:defRPr sz="2200"/>
            </a:pPr>
            <a:r>
              <a:t>• Date Field</a:t>
            </a:r>
          </a:p>
          <a:p>
            <a:pPr>
              <a:defRPr sz="2200"/>
            </a:pPr>
            <a:r>
              <a:t>• Dropdown</a:t>
            </a:r>
          </a:p>
          <a:p>
            <a:pPr>
              <a:defRPr sz="2200"/>
            </a:pPr>
            <a:r>
              <a:t>• Radio Buttons</a:t>
            </a:r>
          </a:p>
          <a:p>
            <a:pPr>
              <a:defRPr sz="2200"/>
            </a:pPr>
            <a:r>
              <a:t>• Checkboxes</a:t>
            </a:r>
          </a:p>
          <a:p>
            <a:pPr>
              <a:defRPr sz="2200"/>
            </a:pPr>
            <a:r>
              <a:t>• Text Area</a:t>
            </a:r>
          </a:p>
          <a:p>
            <a:pPr>
              <a:defRPr sz="2200"/>
            </a:pPr>
            <a:r>
              <a:t>• Submit &amp; Reset</a:t>
            </a:r>
          </a:p>
          <a:p>
            <a:pPr>
              <a:defRPr sz="2200"/>
            </a:pPr>
            <a:r>
              <a:t>• HTML5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about.html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Product Vision</a:t>
            </a:r>
          </a:p>
          <a:p>
            <a:pPr>
              <a:defRPr sz="2200"/>
            </a:pPr>
            <a:r>
              <a:t>• Company Story</a:t>
            </a:r>
          </a:p>
          <a:p>
            <a:pPr>
              <a:defRPr sz="2200"/>
            </a:pPr>
            <a:r>
              <a:t>• Team Member Cards</a:t>
            </a:r>
          </a:p>
          <a:p>
            <a:pPr>
              <a:defRPr sz="2200"/>
            </a:pPr>
            <a:r>
              <a:t>• Team Roles</a:t>
            </a:r>
          </a:p>
          <a:p>
            <a:pPr>
              <a:defRPr sz="2200"/>
            </a:pPr>
            <a:r>
              <a:t>• Footer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Responsive Design</a:t>
            </a:r>
          </a:p>
          <a:p>
            <a:pPr>
              <a:defRPr sz="2200"/>
            </a:pPr>
            <a:r>
              <a:t>• Internal CSS</a:t>
            </a:r>
          </a:p>
          <a:p>
            <a:pPr>
              <a:defRPr sz="2200"/>
            </a:pPr>
            <a:r>
              <a:t>• HTML5</a:t>
            </a:r>
          </a:p>
          <a:p>
            <a:pPr>
              <a:defRPr sz="2200"/>
            </a:pPr>
            <a:r>
              <a:t>• Easy Navigation</a:t>
            </a:r>
          </a:p>
          <a:p>
            <a:pPr>
              <a:defRPr sz="2200"/>
            </a:pPr>
            <a:r>
              <a:t>• Simple User 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